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457200"/>
            <a:ext cx="1371600" cy="1371600"/>
          </a:xfrm>
          <a:prstGeom prst="ellipse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486400"/>
            <a:ext cx="1371600" cy="1371600"/>
          </a:xfrm>
          <a:prstGeom prst="ellipse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22223A"/>
          </a:solidFill>
          <a:ln w="381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2E97"/>
                </a:solidFill>
                <a:latin typeface="Segoe UI Black"/>
              </a:defRPr>
            </a:pPr>
            <a:r>
              <a:t>seekho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swap skills. grow together. level up ur life.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404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Segoe UI"/>
              </a:defRPr>
            </a:pPr>
            <a:r>
              <a:t>India's First Peer-to-Peer Skill Exchange Platform for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5488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Community Onboarding Deck  |  2025-26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A2FF"/>
                </a:solidFill>
                <a:latin typeface="Segoe UI"/>
              </a:defRPr>
            </a:pPr>
            <a:r>
              <a:t>seekho.app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8FF00"/>
                </a:solidFill>
                <a:latin typeface="Segoe UI"/>
              </a:defRPr>
            </a:pPr>
            <a:r>
              <a:t>Built by Students,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2E97"/>
                </a:solidFill>
                <a:latin typeface="Segoe UI Blac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Segoe UI"/>
              </a:defRPr>
            </a:pPr>
            <a:r>
              <a:t>College students have skills to share but no platform to exchange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3840480"/>
          </a:xfrm>
          <a:prstGeom prst="roundRect">
            <a:avLst/>
          </a:prstGeom>
          <a:solidFill>
            <a:srgbClr val="FFE0F0"/>
          </a:solidFill>
          <a:ln w="3175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1A1A2E"/>
                </a:solidFill>
                <a:latin typeface="Segoe UI"/>
              </a:defRPr>
            </a:pPr>
            <a:r>
              <a:t>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No Way to Discover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You never know the guy next to you</a:t>
            </a:r>
            <a:br/>
            <a:r>
              <a:t>in class knows Python, guitar, or editing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51760" cy="3840480"/>
          </a:xfrm>
          <a:prstGeom prst="roundRect">
            <a:avLst/>
          </a:prstGeom>
          <a:solidFill>
            <a:srgbClr val="E0F8FF"/>
          </a:solidFill>
          <a:ln w="317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1A1A2E"/>
                </a:solidFill>
                <a:latin typeface="Segoe UI"/>
              </a:defRPr>
            </a:pPr>
            <a: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Expensive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931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Students pay thousands for skills their</a:t>
            </a:r>
            <a:br/>
            <a:r>
              <a:t>peers could teach for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51760" cy="3840480"/>
          </a:xfrm>
          <a:prstGeom prst="roundRect">
            <a:avLst/>
          </a:prstGeom>
          <a:solidFill>
            <a:srgbClr val="F0FFE0"/>
          </a:solidFill>
          <a:ln w="31750">
            <a:solidFill>
              <a:srgbClr val="B8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1A1A2E"/>
                </a:solidFill>
                <a:latin typeface="Segoe UI"/>
              </a:defRPr>
            </a:pPr>
            <a:r>
              <a:t>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Boring Traditional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Classroom learning doesn't cover</a:t>
            </a:r>
            <a:br/>
            <a:r>
              <a:t>practical, trending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11680"/>
            <a:ext cx="2651760" cy="3840480"/>
          </a:xfrm>
          <a:prstGeom prst="roundRect">
            <a:avLst/>
          </a:prstGeom>
          <a:solidFill>
            <a:srgbClr val="F0E8FF"/>
          </a:solidFill>
          <a:ln w="3175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1A1A2E"/>
                </a:solidFill>
                <a:latin typeface="Segoe UI"/>
              </a:defRPr>
            </a:pPr>
            <a:r>
              <a:t>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089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No Community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9319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WhatsApp groups are chaotic. No proper</a:t>
            </a:r>
            <a:br/>
            <a:r>
              <a:t>space for skill exchange at colleges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2E97"/>
                </a:solidFill>
                <a:latin typeface="Segoe UI"/>
              </a:defRPr>
            </a:pPr>
            <a:r>
              <a:t>Seekho solves ALL of this — for free.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FF"/>
                </a:solidFill>
                <a:latin typeface="Segoe UI Black"/>
              </a:defRPr>
            </a:pPr>
            <a:r>
              <a:t>What is Seekho?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Segoe UI"/>
              </a:defRPr>
            </a:pPr>
            <a:r>
              <a:t>A platform where students teach what they know &amp; learn what they don't.</a:t>
            </a:r>
            <a:br/>
            <a:r>
              <a:t>Think Tinder, but for skills. You match, you learn, you grow.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474720" cy="1828800"/>
          </a:xfrm>
          <a:prstGeom prst="roundRect">
            <a:avLst/>
          </a:prstGeom>
          <a:solidFill>
            <a:srgbClr val="E0F8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Smart Skill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AI matches you with peers</a:t>
            </a:r>
            <a:br/>
            <a:r>
              <a:t>who have what you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286000"/>
            <a:ext cx="3474720" cy="182880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39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Real-Time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39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Message your matches instantly.</a:t>
            </a:r>
            <a:br/>
            <a:r>
              <a:t>Schedule sessions in-app.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286000"/>
            <a:ext cx="3474720" cy="1828800"/>
          </a:xfrm>
          <a:prstGeom prst="roundRect">
            <a:avLst/>
          </a:prstGeom>
          <a:solidFill>
            <a:srgbClr val="F0FFE0"/>
          </a:solidFill>
          <a:ln w="25400">
            <a:solidFill>
              <a:srgbClr val="B8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9" y="2468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Session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79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Book 1-on-1 or group sessions.</a:t>
            </a:r>
            <a:br/>
            <a:r>
              <a:t>Track your learning journey.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474720" cy="1828800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Aura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0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Earn reputation points for</a:t>
            </a:r>
            <a:br/>
            <a:r>
              <a:t>teaching &amp; being awesome.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4389120"/>
            <a:ext cx="3474720" cy="1828800"/>
          </a:xfrm>
          <a:prstGeom prst="roundRect">
            <a:avLst/>
          </a:prstGeom>
          <a:solidFill>
            <a:srgbClr val="FFFBE0"/>
          </a:solidFill>
          <a:ln w="254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526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39" y="4572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Rewards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39" y="5120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Redeem points for perks,</a:t>
            </a:r>
            <a:br/>
            <a:r>
              <a:t>badges, and recognition.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4389120"/>
            <a:ext cx="3474720" cy="182880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4526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A1A2E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79" y="4572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College Communities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79" y="5120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Join your college chapter.</a:t>
            </a:r>
            <a:br/>
            <a:r>
              <a:t>Attend events &amp; meetups.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59900"/>
                </a:solidFill>
                <a:latin typeface="Segoe UI Black"/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645920"/>
            <a:ext cx="914400" cy="914400"/>
          </a:xfrm>
          <a:prstGeom prst="ellipse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 Blac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Create your account with</a:t>
            </a:r>
            <a:br/>
            <a:r>
              <a:t>your college email.</a:t>
            </a:r>
            <a:br/>
            <a:r>
              <a:t>Takes 30 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3291840" y="164592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 Black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List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Add skills you can teach</a:t>
            </a:r>
            <a:br/>
            <a:r>
              <a:t>&amp; skills you wanna learn.</a:t>
            </a:r>
            <a:br/>
            <a:r>
              <a:t>Be honest!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0" y="1645920"/>
            <a:ext cx="914400" cy="914400"/>
          </a:xfrm>
          <a:prstGeom prst="ellipse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Segoe UI Black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Get Matched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3832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Our algorithm finds the</a:t>
            </a:r>
            <a:br/>
            <a:r>
              <a:t>best peers for you.</a:t>
            </a:r>
            <a:br/>
            <a:r>
              <a:t>Swipe &amp; connect.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1645920"/>
            <a:ext cx="914400" cy="914400"/>
          </a:xfrm>
          <a:prstGeom prst="ellipse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 Black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6666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Book a Sesh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3832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Schedule a session —</a:t>
            </a:r>
            <a:br/>
            <a:r>
              <a:t>online or in-person.</a:t>
            </a:r>
            <a:br/>
            <a:r>
              <a:t>Your choice.</a:t>
            </a:r>
          </a:p>
        </p:txBody>
      </p:sp>
      <p:sp>
        <p:nvSpPr>
          <p:cNvPr id="24" name="Oval 23"/>
          <p:cNvSpPr/>
          <p:nvPr/>
        </p:nvSpPr>
        <p:spPr>
          <a:xfrm>
            <a:off x="10149840" y="1645920"/>
            <a:ext cx="914400" cy="91440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Segoe UI Black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Learn &amp; 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38328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Exchange skills, earn</a:t>
            </a:r>
            <a:br/>
            <a:r>
              <a:t>aura points, get rewards.</a:t>
            </a:r>
            <a:br/>
            <a:r>
              <a:t>Level up!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303520"/>
            <a:ext cx="5790895" cy="1097280"/>
          </a:xfrm>
          <a:prstGeom prst="round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39496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It's FREE. No catch. Just learn.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852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E0F0"/>
                </a:solidFill>
                <a:latin typeface="Segoe UI"/>
              </a:defRPr>
            </a:pPr>
            <a:r>
              <a:t>seekho.app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A2FF"/>
                </a:solidFill>
                <a:latin typeface="Segoe UI Black"/>
              </a:defRPr>
            </a:pPr>
            <a:r>
              <a:t>Community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Segoe UI"/>
              </a:defRPr>
            </a:pPr>
            <a:r>
              <a:t>Every college gets its own Seekho chapter. Here's how the hierarchy works: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200400"/>
            <a:ext cx="5790895" cy="1005840"/>
          </a:xfrm>
          <a:prstGeom prst="round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329184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🏢  Seekho HQ (Core Team)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70332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DEE"/>
                </a:solidFill>
                <a:latin typeface="Segoe UI"/>
              </a:defRPr>
            </a:pPr>
            <a:r>
              <a:t>Platform development, strategy, partnerships, overall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560320"/>
            <a:ext cx="7071055" cy="10058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651760"/>
            <a:ext cx="6522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 City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63240"/>
            <a:ext cx="6522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DEE"/>
                </a:solidFill>
                <a:latin typeface="Segoe UI"/>
              </a:defRPr>
            </a:pPr>
            <a:r>
              <a:t>Manage all college chapters in a city (Pune, Mumbai, Nagpur, etc.)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920240"/>
            <a:ext cx="8351215" cy="1005840"/>
          </a:xfrm>
          <a:prstGeom prst="roundRect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011680"/>
            <a:ext cx="78025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🎯  Campus Ambassadors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23160"/>
            <a:ext cx="78025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DEE"/>
                </a:solidFill>
                <a:latin typeface="Segoe UI"/>
              </a:defRPr>
            </a:pPr>
            <a:r>
              <a:t>Lead the Seekho community at their specific college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1280160"/>
            <a:ext cx="9631375" cy="1005840"/>
          </a:xfrm>
          <a:prstGeom prst="roundRect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1371600"/>
            <a:ext cx="9082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👥  Community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1783080"/>
            <a:ext cx="9082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All students who sign up and participate in skill exchange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FF"/>
                </a:solidFill>
                <a:latin typeface="Segoe UI Black"/>
              </a:defRPr>
            </a:pPr>
            <a:r>
              <a:t>Become a Community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Segoe UI"/>
              </a:defRPr>
            </a:pPr>
            <a:r>
              <a:t>Joining Seekho is easy &amp; free. Here's what you get: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4572000"/>
          </a:xfrm>
          <a:prstGeom prst="roundRect">
            <a:avLst/>
          </a:prstGeom>
          <a:solidFill>
            <a:srgbClr val="E0F8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✅  How to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→  Visit seekho.app and sign up with your college email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→  Complete your profile — add skills you know &amp; want to learn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→  Join your college's community chapter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→  Start discovering peers and booking sessions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→  Attend community events and meetups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03520" cy="457200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2E97"/>
                </a:solidFill>
                <a:latin typeface="Segoe UI"/>
              </a:defRPr>
            </a:pPr>
            <a:r>
              <a:t>🎁  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★  Free peer-to-peer skill exchange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★  Access to your college's Seekho community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★  Aura points &amp; rewards for participation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★  Certificate of participation for active members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★  Network with skilled students across Maharashtra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★  Exclusive invites to workshops &amp;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No fees. No hidden charges. Just sign up and start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2E97"/>
                </a:solidFill>
                <a:latin typeface="Segoe UI Black"/>
              </a:defRPr>
            </a:pPr>
            <a:r>
              <a:t>Become a Campus Ambassador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Segoe UI"/>
              </a:defRPr>
            </a:pPr>
            <a:r>
              <a:t>Lead the Seekho movement at your college. Build community. Build your resume.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FFE0F0"/>
          </a:solidFill>
          <a:ln w="3175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2E97"/>
                </a:solidFill>
                <a:latin typeface="Segoe UI"/>
              </a:defRPr>
            </a:pPr>
            <a:r>
              <a:t>Who Can Apply?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Currently enrolled students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Active on social media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Good communication skills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Passionate about community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Minimum 1 year left in college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Leadership experience (a plus)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4572000"/>
          </a:xfrm>
          <a:prstGeom prst="roundRect">
            <a:avLst/>
          </a:prstGeom>
          <a:solidFill>
            <a:srgbClr val="E0F8FF"/>
          </a:solidFill>
          <a:ln w="317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Segoe UI"/>
              </a:defRPr>
            </a:pPr>
            <a:r>
              <a:t>What You'll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Build &amp; lead your college chapter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Organize monthly events/meetups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Recruit members &amp; grow community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Moderate &amp; maintain quality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Be the face of Seekho on campus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Report to your City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66160" cy="4572000"/>
          </a:xfrm>
          <a:prstGeom prst="roundRect">
            <a:avLst/>
          </a:prstGeom>
          <a:solidFill>
            <a:srgbClr val="F0E8FF"/>
          </a:solidFill>
          <a:ln w="3175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A2FF"/>
                </a:solidFill>
                <a:latin typeface="Segoe UI"/>
              </a:defRPr>
            </a:pPr>
            <a:r>
              <a:t>What You'll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Official Ambassador certificate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LinkedIn recommendation letter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Free Seekho Premium forever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Event budget &amp; Seekho merch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Direct mentorship from founders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▸  Exclusive Ambassador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CA000"/>
                </a:solidFill>
                <a:latin typeface="Segoe UI Black"/>
              </a:defRPr>
            </a:pPr>
            <a:r>
              <a:t>Ambassador Application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92608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2E97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Segoe UI"/>
              </a:defRPr>
            </a:pPr>
            <a:r>
              <a:t>Apply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Fill the Ambassador application</a:t>
            </a:r>
            <a:br/>
            <a:r>
              <a:t>form on seekho.app/ambassador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651760" cy="2926080"/>
          </a:xfrm>
          <a:prstGeom prst="roundRect">
            <a:avLst/>
          </a:prstGeom>
          <a:solidFill>
            <a:srgbClr val="E0F8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Segoe UI"/>
              </a:defRPr>
            </a:pPr>
            <a:r>
              <a:t>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Quick 15-min video call with</a:t>
            </a:r>
            <a:br/>
            <a:r>
              <a:t>our community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51760" cy="2926080"/>
          </a:xfrm>
          <a:prstGeom prst="roundRect">
            <a:avLst/>
          </a:prstGeom>
          <a:solidFill>
            <a:srgbClr val="F0FFE0"/>
          </a:solidFill>
          <a:ln w="25400">
            <a:solidFill>
              <a:srgbClr val="B8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FF00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Segoe UI"/>
              </a:defRPr>
            </a:pPr>
            <a:r>
              <a:t>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Selected ambassadors get</a:t>
            </a:r>
            <a:br/>
            <a:r>
              <a:t>onboarding kit &amp;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651760" cy="2926080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A2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194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Segoe UI"/>
              </a:defRPr>
            </a:pPr>
            <a:r>
              <a:t>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474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Set up your college chapter</a:t>
            </a:r>
            <a:br/>
            <a:r>
              <a:t>&amp; start building community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37760"/>
            <a:ext cx="1069848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E97"/>
                </a:solidFill>
                <a:latin typeface="Segoe UI"/>
              </a:defRPr>
            </a:pPr>
            <a:r>
              <a:t>⏱ 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94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Application → Interview (within 3 days) → Selection (within 5 days) → Onboarding (1 week) → You're LIVE!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52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Segoe UI"/>
              </a:defRPr>
            </a:pPr>
            <a:r>
              <a:t>Total time: ~2 weeks from application to running your chapter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59900"/>
                </a:solidFill>
                <a:latin typeface="Segoe UI Black"/>
              </a:defRPr>
            </a:pPr>
            <a:r>
              <a:t>Events &amp;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Segoe UI"/>
              </a:defRPr>
            </a:pPr>
            <a:r>
              <a:t>Seekho communities run regular events to keep the vibe alive: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320040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Skill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Members demo their skills</a:t>
            </a:r>
            <a:br/>
            <a:r>
              <a:t>in front of the community.</a:t>
            </a:r>
            <a:br/>
            <a:r>
              <a:t>Discover hidden talent!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51760" cy="3200400"/>
          </a:xfrm>
          <a:prstGeom prst="roundRect">
            <a:avLst/>
          </a:prstGeom>
          <a:solidFill>
            <a:srgbClr val="E0F8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Workshops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Hands-on workshops on</a:t>
            </a:r>
            <a:br/>
            <a:r>
              <a:t>trending skills — coding,</a:t>
            </a:r>
            <a:br/>
            <a:r>
              <a:t>design, music, etc.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651760" cy="3200400"/>
          </a:xfrm>
          <a:prstGeom prst="roundRect">
            <a:avLst/>
          </a:prstGeom>
          <a:solidFill>
            <a:srgbClr val="F0FFE0"/>
          </a:solidFill>
          <a:ln w="25400">
            <a:solidFill>
              <a:srgbClr val="B8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Skill Exchange Meetups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In-person peer matching.</a:t>
            </a:r>
            <a:br/>
            <a:r>
              <a:t>Meet, match, exchange.</a:t>
            </a:r>
            <a:br/>
            <a:r>
              <a:t>Networking on steroids.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651760" cy="3200400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A1A2E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Hack &amp; 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4747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Mini hackathons where</a:t>
            </a:r>
            <a:br/>
            <a:r>
              <a:t>teams build projects using</a:t>
            </a:r>
            <a:br/>
            <a:r>
              <a:t>newly learned skills.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E97"/>
                </a:solidFill>
                <a:latin typeface="Segoe UI"/>
              </a:defRPr>
            </a:pPr>
            <a:r>
              <a:t>🔥  Inter-College Events (Monthly)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Cross-campus skill battles  •  City-wide meetups  •  Online skill challenges  •  Leaderboard competitions  •  Annual Seekho Fest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8A2FF"/>
                </a:solidFill>
                <a:latin typeface="Segoe UI Black"/>
              </a:defRPr>
            </a:pPr>
            <a:r>
              <a:t>Aura Points &amp; Rewards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Segoe UI"/>
              </a:defRPr>
            </a:pPr>
            <a:r>
              <a:t>Everything you do on Seekho earns you Aura — your reputation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572000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8A2FF"/>
                </a:solidFill>
                <a:latin typeface="Segoe UI"/>
              </a:defRPr>
            </a:pPr>
            <a:r>
              <a:t>✨  How to Earn Aura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Complete a skill session  →  +50 aura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Get a 5-star review  →  +30 aura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Teach a new skill  →  +40 aura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Attend a community event  →  +20 aura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Refer a friend who signs up  →  +25 aura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Consistent weekly activity  →  +15 aura/week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⚡  Win a skill challenge  →  +100 aura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486400" cy="4572000"/>
          </a:xfrm>
          <a:prstGeom prst="roundRect">
            <a:avLst/>
          </a:prstGeom>
          <a:solidFill>
            <a:srgbClr val="FFFBE0"/>
          </a:solidFill>
          <a:ln w="254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A000"/>
                </a:solidFill>
                <a:latin typeface="Segoe UI"/>
              </a:defRPr>
            </a:pPr>
            <a:r>
              <a:t>🎁  Redeem Rewards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500 aura  →  Seekho stickers &amp; badge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1000 aura  →  Seekho merch (t-shirt, hoodie)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2000 aura  →  Premium features unlocked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3000 aura  →  Certificate of Excellence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5000 aura  →  Seekho Spotlight feature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10000 aura  →  Mentorship from industry pros</a:t>
            </a:r>
          </a:p>
          <a:p>
            <a:pPr>
              <a:spcAft>
                <a:spcPts val="840"/>
              </a:spcAft>
              <a:defRPr sz="1400">
                <a:solidFill>
                  <a:srgbClr val="1A1A2E"/>
                </a:solidFill>
                <a:latin typeface="Segoe UI"/>
              </a:defRPr>
            </a:pPr>
            <a:r>
              <a:t>🎯  Top aura/month  →  Featured on Seekho socials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2E97"/>
                </a:solidFill>
                <a:latin typeface="Segoe UI Black"/>
              </a:defRPr>
            </a:pPr>
            <a:r>
              <a:t>Community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Segoe UI"/>
              </a:defRPr>
            </a:pPr>
            <a:r>
              <a:t>We keep it real, respectful, and safe. Here are the ground rules: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03520" cy="4754880"/>
          </a:xfrm>
          <a:prstGeom prst="roundRect">
            <a:avLst/>
          </a:prstGeom>
          <a:solidFill>
            <a:srgbClr val="E8FFE8"/>
          </a:solidFill>
          <a:ln w="25400">
            <a:solidFill>
              <a:srgbClr val="00A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AA00"/>
                </a:solidFill>
                <a:latin typeface="Segoe UI"/>
              </a:defRPr>
            </a:pPr>
            <a:r>
              <a:t>✅  DO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Be kind, respectful, and inclusive to everyone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Show up on time for your sessions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Give honest &amp; constructive feedback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Represent your skills accurately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Report any issues or violations you see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Help newcomers feel welcome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👍  Respect everyone's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303520" cy="475488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C0000"/>
                </a:solidFill>
                <a:latin typeface="Segoe UI"/>
              </a:defRPr>
            </a:pPr>
            <a:r>
              <a:t>🚫  DON'T DO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60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Harass, bully, or discriminate anyone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Use Seekho for dating or non-learning purposes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Create fake accounts or manipulate reviews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Spam, scam, or promote unauthorized stuff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Share others' personal info without consent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No-show without cancelling sessions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Segoe UI"/>
              </a:defRPr>
            </a:pPr>
            <a:r>
              <a:t>⛔  Use the platform for academic dishonesty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FF"/>
                </a:solidFill>
                <a:latin typeface="Segoe UI Black"/>
              </a:defRPr>
            </a:pPr>
            <a:r>
              <a:t>The Seekho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965960"/>
            <a:ext cx="1645920" cy="91440"/>
          </a:xfrm>
          <a:prstGeom prst="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2E97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Launch in 5 pilot colleges</a:t>
            </a:r>
            <a:br/>
            <a:r>
              <a:t>across Pune &amp; Mumbai.</a:t>
            </a:r>
            <a:br/>
            <a:r>
              <a:t>Build core community.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965960"/>
            <a:ext cx="164592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80" y="164592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3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Expand to 25+ colleges</a:t>
            </a:r>
            <a:br/>
            <a:r>
              <a:t>across Maharashtra.</a:t>
            </a:r>
            <a:br/>
            <a:r>
              <a:t>Launch mobile app.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1645920" cy="91440"/>
          </a:xfrm>
          <a:prstGeom prst="rect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645920"/>
            <a:ext cx="731520" cy="731520"/>
          </a:xfrm>
          <a:prstGeom prst="ellipse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8FF00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6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Cover all major cities in</a:t>
            </a:r>
            <a:br/>
            <a:r>
              <a:t>Maharashtra. 10,000+</a:t>
            </a:r>
            <a:br/>
            <a:r>
              <a:t>active students.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965960"/>
            <a:ext cx="1645920" cy="91440"/>
          </a:xfrm>
          <a:prstGeom prst="rect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38160" y="1645920"/>
            <a:ext cx="731520" cy="731520"/>
          </a:xfrm>
          <a:prstGeom prst="ellipse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A2FF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1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Go pan-India.</a:t>
            </a:r>
            <a:br/>
            <a:r>
              <a:t>Partner with companies.</a:t>
            </a:r>
            <a:br/>
            <a:r>
              <a:t>Launch premium features.</a:t>
            </a:r>
          </a:p>
        </p:txBody>
      </p:sp>
      <p:sp>
        <p:nvSpPr>
          <p:cNvPr id="28" name="Oval 27"/>
          <p:cNvSpPr/>
          <p:nvPr/>
        </p:nvSpPr>
        <p:spPr>
          <a:xfrm>
            <a:off x="10515600" y="1645920"/>
            <a:ext cx="731520" cy="7315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E600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2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5661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India's largest student</a:t>
            </a:r>
            <a:br/>
            <a:r>
              <a:t>skill network. 1 lakh+</a:t>
            </a:r>
            <a:br/>
            <a:r>
              <a:t>users. Revenue positive.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5029200"/>
            <a:ext cx="8534095" cy="1371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521208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2E97"/>
                </a:solidFill>
                <a:latin typeface="Segoe UI"/>
              </a:defRPr>
            </a:pPr>
            <a:r>
              <a:t>Our 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66928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Every student in India has a skill to share. Seekho makes sure no skill goes unlearned.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4FF"/>
                </a:solidFill>
                <a:latin typeface="Segoe UI Black"/>
              </a:defRPr>
            </a:pPr>
            <a:r>
              <a:t>FAQs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155448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E97"/>
                </a:solidFill>
                <a:latin typeface="Segoe UI"/>
              </a:defRPr>
            </a:pPr>
            <a:r>
              <a:t>Q: Is Seekho free?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Yes! Core features are 100% free. Premium features coming soon at student-friendly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486400" cy="1554480"/>
          </a:xfrm>
          <a:prstGeom prst="roundRect">
            <a:avLst/>
          </a:prstGeom>
          <a:solidFill>
            <a:srgbClr val="E0F8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Q: Who can join?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Any college student in Maharashtra (expanding to all India soon). Recent grads within 2 years also welcome.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39"/>
            <a:ext cx="5486400" cy="1554480"/>
          </a:xfrm>
          <a:prstGeom prst="roundRect">
            <a:avLst/>
          </a:prstGeom>
          <a:solidFill>
            <a:srgbClr val="F0FFE0"/>
          </a:solidFill>
          <a:ln w="25400">
            <a:solidFill>
              <a:srgbClr val="B8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39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FF00"/>
                </a:solidFill>
                <a:latin typeface="Segoe UI"/>
              </a:defRPr>
            </a:pPr>
            <a:r>
              <a:t>Q: Is it safe?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59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We have strict community guidelines, verified college emails, reporting systems, and active moderators.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063239"/>
            <a:ext cx="5486400" cy="1554480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C8A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0039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2FF"/>
                </a:solidFill>
                <a:latin typeface="Segoe UI"/>
              </a:defRPr>
            </a:pPr>
            <a:r>
              <a:t>Q: Can I be an Ambassador?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59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If you're a current student with 1+ year left, good communication skills, and love building community — YES!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5486400" cy="1554480"/>
          </a:xfrm>
          <a:prstGeom prst="roundRect">
            <a:avLst/>
          </a:prstGeom>
          <a:solidFill>
            <a:srgbClr val="FFFBE0"/>
          </a:solidFill>
          <a:ln w="254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E600"/>
                </a:solidFill>
                <a:latin typeface="Segoe UI"/>
              </a:defRPr>
            </a:pPr>
            <a:r>
              <a:t>Q: What skills can I exchange?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Anything! Coding, design, music, photography, cooking, fitness, languages, public speaking — you name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46320"/>
            <a:ext cx="5486400" cy="1554480"/>
          </a:xfrm>
          <a:prstGeom prst="roundRect">
            <a:avLst/>
          </a:prstGeom>
          <a:solidFill>
            <a:srgbClr val="FFE0F0"/>
          </a:solidFill>
          <a:ln w="254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E97"/>
                </a:solidFill>
                <a:latin typeface="Segoe UI"/>
              </a:defRPr>
            </a:pPr>
            <a:r>
              <a:t>Q: Do I get a certificate?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440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Segoe UI"/>
              </a:defRPr>
            </a:pPr>
            <a:r>
              <a:t>Yes! Active members get participation certificates. Ambassadors get official recognition letters.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-457200"/>
            <a:ext cx="1371600" cy="1371600"/>
          </a:xfrm>
          <a:prstGeom prst="ellipse">
            <a:avLst/>
          </a:prstGeom>
          <a:solidFill>
            <a:srgbClr val="C8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943600"/>
            <a:ext cx="914400" cy="914400"/>
          </a:xfrm>
          <a:prstGeom prst="ellipse">
            <a:avLst/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22223A"/>
          </a:solidFill>
          <a:ln w="38100">
            <a:solidFill>
              <a:srgbClr val="FF2E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Black"/>
              </a:defRPr>
            </a:pPr>
            <a:r>
              <a:t>Ready to Join the Movement?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Segoe UI"/>
              </a:defRPr>
            </a:pPr>
            <a:r>
              <a:t>Seekho is more than an app — it's a community of students</a:t>
            </a:r>
            <a:br/>
            <a:r>
              <a:t>who believe in learning from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291840"/>
            <a:ext cx="3474720" cy="822960"/>
          </a:xfrm>
          <a:prstGeom prst="roundRect">
            <a:avLst/>
          </a:prstGeom>
          <a:solidFill>
            <a:srgbClr val="FF2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383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🚀  Join as Member</a:t>
            </a:r>
            <a:br/>
            <a:r>
              <a:t>seekho.app/join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91840"/>
            <a:ext cx="3474720" cy="8229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🎯  Apply as Ambassador</a:t>
            </a:r>
            <a:br/>
            <a:r>
              <a:t>seekho.app/ambassador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805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A2FF"/>
                </a:solidFill>
                <a:latin typeface="Segoe UI"/>
              </a:defRPr>
            </a:pPr>
            <a:r>
              <a:t>Follow us:  @seekho.app  on Instagram  |  LinkedIn  |  Twitter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📧  hello@seekho.app   |   📱  seekho.app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2179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2E97"/>
                </a:solidFill>
                <a:latin typeface="Segoe UI"/>
              </a:defRPr>
            </a:pPr>
            <a:r>
              <a:t>swap skills. grow together.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